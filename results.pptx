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31520"/>
          </a:xfrm>
        </p:spPr>
        <p:txBody>
          <a:bodyPr/>
          <a:lstStyle/>
          <a:p>
            <a:r>
              <a:rPr sz="2600"/>
              <a:t>GraphViz dot layout: agent optimization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/>
              <a:t>Two coding agents were each given an identical checkout of GraphViz and the same</a:t>
            </a:r>
          </a:p>
          <a:p>
            <a:pPr>
              <a:spcAft>
                <a:spcPts val="1000"/>
              </a:spcAft>
            </a:pPr>
            <a:r>
              <a:rPr sz="1300"/>
              <a:t>open-ended instruction: make dot faster without changing its output. Neither was</a:t>
            </a:r>
          </a:p>
          <a:p>
            <a:pPr>
              <a:spcAft>
                <a:spcPts val="1000"/>
              </a:spcAft>
            </a:pPr>
            <a:r>
              <a:rPr sz="1300"/>
              <a:t>told which function, file, or phase to target.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</a:pPr>
            <a:r>
              <a:rPr sz="1300"/>
              <a:t>Source pinned to commit 23b06521. Identical CMake Release flags for all builds.</a:t>
            </a:r>
          </a:p>
          <a:p>
            <a:pPr>
              <a:spcAft>
                <a:spcPts val="1000"/>
              </a:spcAft>
            </a:pPr>
            <a:r>
              <a:rPr sz="1300"/>
              <a:t>Benchmark: hyperfine 1.20.0, 10 warmup + 10 timed runs, all binaries measured in a</a:t>
            </a:r>
          </a:p>
          <a:p>
            <a:pPr>
              <a:spcAft>
                <a:spcPts val="1000"/>
              </a:spcAft>
            </a:pPr>
            <a:r>
              <a:rPr sz="1300"/>
              <a:t>single invocation per phase.</a:t>
            </a:r>
          </a:p>
          <a:p>
            <a:pPr>
              <a:spcAft>
                <a:spcPts val="1000"/>
              </a:spcAft>
            </a:pPr>
            <a:r>
              <a:rPr sz="1300"/>
              <a:t>Graph: 5,000 nodes, 50 ranks, 100 nodes/rank, fanout 3, fixed seed.</a:t>
            </a:r>
          </a:p>
          <a:p>
            <a:pPr>
              <a:spcAft>
                <a:spcPts val="1000"/>
              </a:spcAft>
            </a:pPr>
            <a:r>
              <a:rPr sz="1300"/>
              <a:t>Machine: Apple M4 Pro, 12 cores (8P/4E), 24 GB, macOS 26.5.2.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31520"/>
          </a:xfrm>
        </p:spPr>
        <p:txBody>
          <a:bodyPr/>
          <a:lstStyle/>
          <a:p>
            <a:r>
              <a:rPr sz="2600"/>
              <a:t>Run metadata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92608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claude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codex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claude-opus-5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gpt-5.6-terra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Working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4h 27m 03s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23m 42s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Total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91,743,320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5,134,861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5,114,035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620,448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20,826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Cache 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89,851,473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4,985,600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Cache creation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1,270,669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Reasoning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4,555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Not directly comparable. Codex reports cached input inside its input total; claude reports them separately. Claude's working time excludes time waiting on user input (4h 27m of a 7h 42m wall span); codex's is raw wall elapsed. The two use different accounting, so treat each column on its own terms.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31520"/>
          </a:xfrm>
        </p:spPr>
        <p:txBody>
          <a:bodyPr/>
          <a:lstStyle/>
          <a:p>
            <a:r>
              <a:rPr sz="2600"/>
              <a:t>Timing by pipeline phase (ms)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2103120"/>
                <a:gridCol w="2011680"/>
              </a:tblGrid>
              <a:tr h="292608">
                <a:tc>
                  <a:txBody>
                    <a:bodyPr/>
                    <a:lstStyle/>
                    <a:p>
                      <a:r>
                        <a:rPr sz="1200" b="1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claude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codex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1  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198.8 ± 18.4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184.5 ± 14.9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173.9 ± 8.8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2  + mincross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748.7 ± 27.6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476.9 ± 23.2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572.9 ± 20.1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3  + 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1001.2 ± 27.0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640.2 ± 23.7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840.2 ± 28.2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full  + splines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1115.7 ± 16.2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758.9 ± 19.9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960.9 ± 27.1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Speedup, 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1.00x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1.47x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1.16x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-Gphase=N runs a prefix of the pipeline and stops, so rows are cumulative: each includes everything above it. Values are mean +/- standard deviation over 10 runs. Three binaries built from identical source spread up to 7.9% on this machine, so that is the noise floor; baseline also drifts ~13% between sessions, so only within-run comparisons are valid.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31520"/>
          </a:xfrm>
        </p:spPr>
        <p:txBody>
          <a:bodyPr/>
          <a:lstStyle/>
          <a:p>
            <a:r>
              <a:rPr sz="2600"/>
              <a:t>Per-stage cost (ms), by differencing adjacent phases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2103120"/>
                <a:gridCol w="2011680"/>
              </a:tblGrid>
              <a:tr h="292608">
                <a:tc>
                  <a:txBody>
                    <a:bodyPr/>
                    <a:lstStyle/>
                    <a:p>
                      <a:r>
                        <a:rPr sz="1200" b="1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claude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codex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198.8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184.5   (1.08x)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173.9   (1.14x)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mincross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549.9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292.4   (1.88x)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399.1   (1.38x)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252.5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163.3   (1.55x)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267.3   (0.94x)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splines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118.6   (0.97x)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120.7   (0.95x)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The rank row is not a real difference: the three binaries sit within ~25 ms of each other on a measurement whose noise is +/- 9-18 ms, and the test graph pins ranks with rank=same so ranking does little work. Differencing compounds the error of both terms, so treat these as weaker evidence than the cumulative table.</a:t>
            </a:r>
          </a:p>
          <a:p/>
          <a:p>
            <a:r>
              <a:rPr sz="1000"/>
              <a:t>Baseline composition: parse 1.1%, rank 16.8%, mincross 49.3%, position 22.6%, splines 10.3%. Optimizing mincross alone caps end-to-end speedup at 1.97x.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31520"/>
          </a:xfrm>
        </p:spPr>
        <p:txBody>
          <a:bodyPr/>
          <a:lstStyle/>
          <a:p>
            <a:r>
              <a:rPr sz="2600"/>
              <a:t>What each agent changed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91840"/>
                <a:gridCol w="3291840"/>
              </a:tblGrid>
              <a:tr h="292608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claude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codex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Commits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 (+ report)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 (+ report)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lib/common/ns.c</a:t>
                      </a:r>
                    </a:p>
                    <a:p>
                      <a:r>
                        <a:rPr sz="1200" b="0"/>
                        <a:t>lib/dotgen/mincross.c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lib/dotgen/mincross.c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+978 / -169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+122 / -17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Used OpenMP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/>
              <a:t>claude  -  Rewrote network simplex around a dense per-node state array with the DFS frame kept in locals, and fused the paired crossing-count scans in mincross.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</a:pPr>
            <a:r>
              <a:rPr sz="1200"/>
              <a:t>codex  -  Fused the paired crossing-count scans and replaced a linear prefix scan in rcross with a Fenwick tree.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Both went serial-algorithmic; neither used parallelism. Both diffs were checked for reduced iteration counts, early exits, input special-casing, and modified tests; none were found. dot -Tdot output is byte-identical to baseline for both on the evaluation graph. Not yet verified: the 265-graph test suite, the pytest regression suite, ThreadSanitizer.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31520"/>
          </a:xfrm>
        </p:spPr>
        <p:txBody>
          <a:bodyPr/>
          <a:lstStyle/>
          <a:p>
            <a:r>
              <a:rPr sz="2600"/>
              <a:t>Repositories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/>
              <a:t>Claude diff</a:t>
            </a:r>
          </a:p>
          <a:p>
            <a:pPr>
              <a:spcAft>
                <a:spcPts val="1000"/>
              </a:spcAft>
            </a:pPr>
            <a:r>
              <a:rPr sz="1300"/>
              <a:t>https://github.com/harvest7777/claude-graphviz-run/compare/main...agent-work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</a:pPr>
            <a:r>
              <a:rPr sz="1300"/>
              <a:t>Codex diff</a:t>
            </a:r>
          </a:p>
          <a:p>
            <a:pPr>
              <a:spcAft>
                <a:spcPts val="1000"/>
              </a:spcAft>
            </a:pPr>
            <a:r>
              <a:rPr sz="1300"/>
              <a:t>https://github.com/harvest7777/codex-graphviz-run/compare/main...agent-work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</a:pPr>
            <a:r>
              <a:rPr sz="1300"/>
              <a:t>Results dump</a:t>
            </a:r>
          </a:p>
          <a:p>
            <a:pPr>
              <a:spcAft>
                <a:spcPts val="1000"/>
              </a:spcAft>
            </a:pPr>
            <a:r>
              <a:rPr sz="1300"/>
              <a:t>https://github.com/harvest7777/graphviz-results-dump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